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PHP_CRUD_API | Category: SUPERMARKETS</a:t>
            </a:r>
          </a:p>
          <a:p>
            <a:r>
              <a:rPr sz="1400"/>
              <a:t>Upstream: https://github.com/mevdschee/php-crud-api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PHP_CRUD_API.</a:t>
            </a:r>
          </a:p>
          <a:p>
            <a:r>
              <a:rPr sz="1400"/>
              <a:t>REST API backend for supermarket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PHP_CRUD_API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